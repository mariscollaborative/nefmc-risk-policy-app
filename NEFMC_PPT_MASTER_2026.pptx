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3BC52-1C3A-6D52-BAA2-52E3D1D4A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9BCEE-9DE0-E2FF-ECD8-E13B2001C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83354-7C25-2723-0CF6-1CF55513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178E0-BCF9-6CFE-5651-3435EC81D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3447A-C913-0359-227C-5F346420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42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0200-9CAD-3D99-3BA2-071874AE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A9313-A017-ED08-05CC-FF92E06AE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85BDA-F8DE-6D92-EEA8-D10F097C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AA2CB-3E47-32EF-87E6-A8F04EF06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F1C2C-E9FC-5A62-CC43-0CD7B331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0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F11A-7168-218B-89BF-9CA1D4B1F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A14A5-38A4-7623-F954-2C2ADA25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EBB8-9A27-EC89-7457-58AF93C90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23B14-5F04-9E63-4F13-C4F0C95B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C642F-3D0B-EABB-E21E-DA8614C0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02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852F-0F73-3BE7-2398-18E6BB4EC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01A8E-E51C-B898-1691-D9CFFA2E4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6D937-DD9A-8150-60FD-8DF9F45D3E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0511E-77FE-3E46-F97A-D225371FB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1B2EB-2045-D989-7C10-4242D12E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71072-18F2-6CF6-551B-8F7CDC7D7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9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5D50-893F-B318-E248-C92633CF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80026-C34F-1DDC-3EFA-D3A9D20E7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EDD7E-3BB4-384A-68F1-9CE69987B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D9661-C256-6A8E-5557-CA09C381D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7BDA1-2468-47B0-6302-D7972108F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1B7C20-BC17-5C35-0B23-F105D324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1D463E-4DA9-7ED6-020C-8E983D876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244330-29A7-8345-C62E-CDA141B9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425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A0EEA-AD0D-CC50-76CC-C79AB511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3CCA2-7EB0-746A-6DD5-4AA5E011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BDDC2-47E8-B613-8341-4149749C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5B7B2-5255-55A9-4194-6356F9241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87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F4472-DA9C-BCA4-AB5E-69C31D77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E4E429-D007-FE1B-B92E-DB545C5A8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53D3E-22F7-19AC-62C6-37B9E117B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64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D8A16-8F49-EA29-78DD-52FB396B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D1925-2DF4-E45A-F36D-F7886E8C8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C24E0-A832-30BD-C6C7-796774CB8D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04290-F206-3799-1531-2A28355CD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03C5-0560-C2B8-E3B8-75B54BD5A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95A61-45C8-2272-CEEF-C5D3E7D0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5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20972-158A-821F-732A-B510D01B7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A7173-61D3-8B1F-0A41-34862364D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54028-0630-BC69-DE51-6B7139FC1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127AE-ED84-A80F-BCBC-D8E72AAA3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5002B-9610-179E-1291-BBC3746B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DF8DF-523B-C15B-5D51-5F4EB6D5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3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4D4D-F4F0-A636-70C4-10DFFE0A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DF1BC-44B6-772D-7E4C-4F8B7877D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6B5F4-FAED-AA59-D4C4-B06FD5445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E6250-C35D-5469-C3C8-FF3CB7C56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753B4-DAFA-A74A-3D7E-EC2CA1EA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0D5569-95A1-D6B1-5271-CCE9E381B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84799-B06B-A63A-5731-A726C7EAC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5636A-C0A8-CC80-7A3A-1E29D8089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F09A9-2E86-8858-2740-13B267BC2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0D152-1108-671A-4FAF-A7840B67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88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F21DC-B8B8-742E-68B0-423D3C2A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BF17-93CD-89B5-826C-89186C1AB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1DF1F-7121-7DAD-742C-73344FEB1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C52FC-E61A-496E-93F7-B3DA08FF0002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AC615-9642-B2C9-6698-346112C8F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C5017-122B-6B6C-BA06-A075C0F4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DC42C-3E23-4DBF-B66F-BBD6BA1D23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33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04AE9-D6B3-CEFB-0CA7-239AF0BC8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11E2C-01D2-450B-7099-EF4F1A06C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14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Angelia Miller</dc:creator>
  <cp:lastModifiedBy>Angelia Miller</cp:lastModifiedBy>
  <cp:revision>2</cp:revision>
  <dcterms:created xsi:type="dcterms:W3CDTF">2026-09-02T13:22:14Z</dcterms:created>
  <dcterms:modified xsi:type="dcterms:W3CDTF">2026-09-02T13:27:56Z</dcterms:modified>
</cp:coreProperties>
</file>